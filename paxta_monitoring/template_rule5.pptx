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0" r:id="rId2"/>
    <p:sldId id="265" r:id="rId3"/>
    <p:sldId id="266" r:id="rId4"/>
    <p:sldId id="267" r:id="rId5"/>
    <p:sldId id="268" r:id="rId6"/>
  </p:sldIdLst>
  <p:sldSz cx="9601200" cy="12801600" type="A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2" userDrawn="1">
          <p15:clr>
            <a:srgbClr val="A4A3A4"/>
          </p15:clr>
        </p15:guide>
        <p15:guide id="2" pos="30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333F50"/>
    <a:srgbClr val="FFC000"/>
    <a:srgbClr val="5B9BD5"/>
    <a:srgbClr val="A5A5A5"/>
    <a:srgbClr val="ED7D31"/>
    <a:srgbClr val="FCFCFC"/>
    <a:srgbClr val="4C4E5B"/>
    <a:srgbClr val="20C1D3"/>
    <a:srgbClr val="F8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50" autoAdjust="0"/>
    <p:restoredTop sz="96404" autoAdjust="0"/>
  </p:normalViewPr>
  <p:slideViewPr>
    <p:cSldViewPr snapToGrid="0" showGuides="1">
      <p:cViewPr>
        <p:scale>
          <a:sx n="66" d="100"/>
          <a:sy n="66" d="100"/>
        </p:scale>
        <p:origin x="3240" y="-150"/>
      </p:cViewPr>
      <p:guideLst>
        <p:guide orient="horz" pos="3442"/>
        <p:guide pos="30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4008" y="3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3AF49-D588-4533-899C-A50623D1C87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E37B3-98B7-4868-9A5C-BA9AF280772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Замещающий 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полнитель примечаний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Щелкните, чтобы изменить стиль образца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xta 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2533247" y="476043"/>
            <a:ext cx="489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ПАХТА ХОМ АШЁСИНИ ЎЛЧАШ ЖАРАЁНИ  </a:t>
            </a:r>
            <a:endParaRPr lang="ru-RU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652944" y="6859991"/>
            <a:ext cx="96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baseline="0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ўлчов</a:t>
            </a:r>
            <a:endParaRPr lang="ru-RU" b="1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6916759" y="1154295"/>
            <a:ext cx="244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олд томондан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6916759" y="7023072"/>
            <a:ext cx="244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олд томондан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Рисунок 18"/>
          <p:cNvSpPr>
            <a:spLocks noGrp="1"/>
          </p:cNvSpPr>
          <p:nvPr>
            <p:ph type="pic" sz="quarter" idx="10"/>
          </p:nvPr>
        </p:nvSpPr>
        <p:spPr>
          <a:xfrm>
            <a:off x="498706" y="1726190"/>
            <a:ext cx="8639175" cy="482123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0" name="Рисунок 18"/>
          <p:cNvSpPr>
            <a:spLocks noGrp="1"/>
          </p:cNvSpPr>
          <p:nvPr>
            <p:ph type="pic" sz="quarter" idx="11"/>
          </p:nvPr>
        </p:nvSpPr>
        <p:spPr>
          <a:xfrm>
            <a:off x="498706" y="7594968"/>
            <a:ext cx="8639175" cy="482123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4" hasCustomPrompt="1"/>
          </p:nvPr>
        </p:nvSpPr>
        <p:spPr>
          <a:xfrm>
            <a:off x="3350259" y="6900172"/>
            <a:ext cx="1557787" cy="31183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indent="0" algn="r">
              <a:buNone/>
              <a:defRPr sz="1800" b="1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ru-RU" dirty="0" err="1" smtClean="0"/>
              <a:t>Иккинчи</a:t>
            </a:r>
            <a:endParaRPr lang="en-US" dirty="0" smtClean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4652944" y="898531"/>
            <a:ext cx="96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baseline="0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ўлчов</a:t>
            </a:r>
            <a:endParaRPr lang="ru-RU" b="1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Объект 2"/>
          <p:cNvSpPr>
            <a:spLocks noGrp="1"/>
          </p:cNvSpPr>
          <p:nvPr>
            <p:ph sz="quarter" idx="15" hasCustomPrompt="1"/>
          </p:nvPr>
        </p:nvSpPr>
        <p:spPr>
          <a:xfrm>
            <a:off x="3350259" y="938712"/>
            <a:ext cx="1557787" cy="31183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indent="0" algn="r">
              <a:buNone/>
              <a:defRPr sz="1800" b="1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ru-RU" dirty="0" err="1" smtClean="0"/>
              <a:t>Биринчи</a:t>
            </a:r>
            <a:endParaRPr lang="en-US" dirty="0" smtClean="0"/>
          </a:p>
        </p:txBody>
      </p:sp>
      <p:sp>
        <p:nvSpPr>
          <p:cNvPr id="5" name="Объект 4"/>
          <p:cNvSpPr>
            <a:spLocks noGrp="1"/>
          </p:cNvSpPr>
          <p:nvPr>
            <p:ph sz="quarter" idx="16" hasCustomPrompt="1"/>
          </p:nvPr>
        </p:nvSpPr>
        <p:spPr>
          <a:xfrm>
            <a:off x="498475" y="1250950"/>
            <a:ext cx="3019425" cy="27305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marR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1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marL="0" marR="0" lvl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19.09.2026 й </a:t>
            </a:r>
            <a:r>
              <a:rPr lang="ru-RU" b="1" i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Соат</a:t>
            </a: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10:48</a:t>
            </a:r>
          </a:p>
        </p:txBody>
      </p:sp>
      <p:sp>
        <p:nvSpPr>
          <p:cNvPr id="24" name="Объект 4"/>
          <p:cNvSpPr>
            <a:spLocks noGrp="1"/>
          </p:cNvSpPr>
          <p:nvPr>
            <p:ph sz="quarter" idx="17" hasCustomPrompt="1"/>
          </p:nvPr>
        </p:nvSpPr>
        <p:spPr>
          <a:xfrm>
            <a:off x="498475" y="7069684"/>
            <a:ext cx="3019425" cy="27305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marR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1" u="none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marL="0" marR="0" lvl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19.09.2026 й </a:t>
            </a:r>
            <a:r>
              <a:rPr lang="ru-RU" b="1" i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Соат</a:t>
            </a: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10:48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xta or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2533247" y="476043"/>
            <a:ext cx="489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ПАХТА ХОМ АШЁСИНИ ЎЛЧАШ ЖАРАЁНИ  </a:t>
            </a:r>
            <a:endParaRPr lang="ru-RU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6916759" y="1154295"/>
            <a:ext cx="244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орқа томондан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6916759" y="7023072"/>
            <a:ext cx="244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орқа томондан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Рисунок 18"/>
          <p:cNvSpPr>
            <a:spLocks noGrp="1"/>
          </p:cNvSpPr>
          <p:nvPr>
            <p:ph type="pic" sz="quarter" idx="10"/>
          </p:nvPr>
        </p:nvSpPr>
        <p:spPr>
          <a:xfrm>
            <a:off x="498706" y="1726190"/>
            <a:ext cx="8639175" cy="482123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0" name="Рисунок 18"/>
          <p:cNvSpPr>
            <a:spLocks noGrp="1"/>
          </p:cNvSpPr>
          <p:nvPr>
            <p:ph type="pic" sz="quarter" idx="11"/>
          </p:nvPr>
        </p:nvSpPr>
        <p:spPr>
          <a:xfrm>
            <a:off x="498706" y="7594968"/>
            <a:ext cx="8639175" cy="482123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7" name="TextBox 26"/>
          <p:cNvSpPr txBox="1"/>
          <p:nvPr userDrawn="1"/>
        </p:nvSpPr>
        <p:spPr>
          <a:xfrm>
            <a:off x="4652944" y="6859991"/>
            <a:ext cx="96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baseline="0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ўлчов</a:t>
            </a:r>
            <a:endParaRPr lang="ru-RU" b="1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4652944" y="898531"/>
            <a:ext cx="96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baseline="0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ўлчов</a:t>
            </a:r>
            <a:endParaRPr lang="ru-RU" b="1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Объект 2"/>
          <p:cNvSpPr>
            <a:spLocks noGrp="1"/>
          </p:cNvSpPr>
          <p:nvPr>
            <p:ph sz="quarter" idx="14" hasCustomPrompt="1"/>
          </p:nvPr>
        </p:nvSpPr>
        <p:spPr>
          <a:xfrm>
            <a:off x="3350259" y="6900172"/>
            <a:ext cx="1557787" cy="31183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indent="0" algn="r">
              <a:buNone/>
              <a:defRPr sz="1800" b="1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ru-RU" dirty="0" err="1" smtClean="0"/>
              <a:t>Иккинчи</a:t>
            </a:r>
            <a:endParaRPr lang="en-US" dirty="0" smtClean="0"/>
          </a:p>
        </p:txBody>
      </p:sp>
      <p:sp>
        <p:nvSpPr>
          <p:cNvPr id="34" name="Объект 2"/>
          <p:cNvSpPr>
            <a:spLocks noGrp="1"/>
          </p:cNvSpPr>
          <p:nvPr>
            <p:ph sz="quarter" idx="15" hasCustomPrompt="1"/>
          </p:nvPr>
        </p:nvSpPr>
        <p:spPr>
          <a:xfrm>
            <a:off x="3350259" y="938712"/>
            <a:ext cx="1557787" cy="31183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indent="0" algn="r">
              <a:buNone/>
              <a:defRPr sz="1800" b="1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ru-RU" dirty="0" err="1" smtClean="0"/>
              <a:t>Биринчи</a:t>
            </a:r>
            <a:endParaRPr lang="en-US" dirty="0" smtClean="0"/>
          </a:p>
        </p:txBody>
      </p:sp>
      <p:sp>
        <p:nvSpPr>
          <p:cNvPr id="35" name="Объект 4"/>
          <p:cNvSpPr>
            <a:spLocks noGrp="1"/>
          </p:cNvSpPr>
          <p:nvPr>
            <p:ph sz="quarter" idx="16" hasCustomPrompt="1"/>
          </p:nvPr>
        </p:nvSpPr>
        <p:spPr>
          <a:xfrm>
            <a:off x="498475" y="1250950"/>
            <a:ext cx="3019425" cy="27305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marR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1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marL="0" marR="0" lvl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19.09.2026 й </a:t>
            </a:r>
            <a:r>
              <a:rPr lang="ru-RU" b="1" i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Соат</a:t>
            </a: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10:48</a:t>
            </a:r>
          </a:p>
        </p:txBody>
      </p:sp>
      <p:sp>
        <p:nvSpPr>
          <p:cNvPr id="36" name="Объект 4"/>
          <p:cNvSpPr>
            <a:spLocks noGrp="1"/>
          </p:cNvSpPr>
          <p:nvPr>
            <p:ph sz="quarter" idx="17" hasCustomPrompt="1"/>
          </p:nvPr>
        </p:nvSpPr>
        <p:spPr>
          <a:xfrm>
            <a:off x="498475" y="7069684"/>
            <a:ext cx="3019425" cy="27305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marR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1" u="none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marL="0" marR="0" lvl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19.09.2026 й </a:t>
            </a:r>
            <a:r>
              <a:rPr lang="ru-RU" b="1" i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Соат</a:t>
            </a: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10:48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rkama 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2533247" y="476043"/>
            <a:ext cx="489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b="1" dirty="0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ТИРКАМАЛАРНИ ЎЛЧАШ ЖАРАЁНИ </a:t>
            </a:r>
            <a:endParaRPr lang="ru-RU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6916759" y="1154295"/>
            <a:ext cx="244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олд томондан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6916759" y="7023072"/>
            <a:ext cx="244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олд томондан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Рисунок 18"/>
          <p:cNvSpPr>
            <a:spLocks noGrp="1"/>
          </p:cNvSpPr>
          <p:nvPr>
            <p:ph type="pic" sz="quarter" idx="10"/>
          </p:nvPr>
        </p:nvSpPr>
        <p:spPr>
          <a:xfrm>
            <a:off x="498706" y="1726190"/>
            <a:ext cx="8639175" cy="482123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0" name="Рисунок 18"/>
          <p:cNvSpPr>
            <a:spLocks noGrp="1"/>
          </p:cNvSpPr>
          <p:nvPr>
            <p:ph type="pic" sz="quarter" idx="11"/>
          </p:nvPr>
        </p:nvSpPr>
        <p:spPr>
          <a:xfrm>
            <a:off x="498706" y="7594968"/>
            <a:ext cx="8639175" cy="482123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7" name="TextBox 26"/>
          <p:cNvSpPr txBox="1"/>
          <p:nvPr userDrawn="1"/>
        </p:nvSpPr>
        <p:spPr>
          <a:xfrm>
            <a:off x="4652944" y="6859991"/>
            <a:ext cx="96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baseline="0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ўлчов</a:t>
            </a:r>
            <a:endParaRPr lang="ru-RU" b="1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4652944" y="898531"/>
            <a:ext cx="96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baseline="0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ўлчов</a:t>
            </a:r>
            <a:endParaRPr lang="ru-RU" b="1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Объект 2"/>
          <p:cNvSpPr>
            <a:spLocks noGrp="1"/>
          </p:cNvSpPr>
          <p:nvPr>
            <p:ph sz="quarter" idx="14" hasCustomPrompt="1"/>
          </p:nvPr>
        </p:nvSpPr>
        <p:spPr>
          <a:xfrm>
            <a:off x="3350259" y="6900172"/>
            <a:ext cx="1557787" cy="31183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indent="0" algn="r">
              <a:buNone/>
              <a:defRPr sz="1800" b="1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ru-RU" dirty="0" err="1" smtClean="0"/>
              <a:t>Иккинчи</a:t>
            </a:r>
            <a:endParaRPr lang="en-US" dirty="0" smtClean="0"/>
          </a:p>
        </p:txBody>
      </p:sp>
      <p:sp>
        <p:nvSpPr>
          <p:cNvPr id="34" name="Объект 2"/>
          <p:cNvSpPr>
            <a:spLocks noGrp="1"/>
          </p:cNvSpPr>
          <p:nvPr>
            <p:ph sz="quarter" idx="15" hasCustomPrompt="1"/>
          </p:nvPr>
        </p:nvSpPr>
        <p:spPr>
          <a:xfrm>
            <a:off x="3350259" y="938712"/>
            <a:ext cx="1557787" cy="31183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indent="0" algn="r">
              <a:buNone/>
              <a:defRPr sz="1800" b="1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ru-RU" dirty="0" err="1" smtClean="0"/>
              <a:t>Биринчи</a:t>
            </a:r>
            <a:endParaRPr lang="en-US" dirty="0" smtClean="0"/>
          </a:p>
        </p:txBody>
      </p:sp>
      <p:sp>
        <p:nvSpPr>
          <p:cNvPr id="35" name="Объект 4"/>
          <p:cNvSpPr>
            <a:spLocks noGrp="1"/>
          </p:cNvSpPr>
          <p:nvPr>
            <p:ph sz="quarter" idx="16" hasCustomPrompt="1"/>
          </p:nvPr>
        </p:nvSpPr>
        <p:spPr>
          <a:xfrm>
            <a:off x="498475" y="1250950"/>
            <a:ext cx="3019425" cy="27305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marR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1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marL="0" marR="0" lvl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19.09.2026 й </a:t>
            </a:r>
            <a:r>
              <a:rPr lang="ru-RU" b="1" i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Соат</a:t>
            </a: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10:48</a:t>
            </a:r>
          </a:p>
        </p:txBody>
      </p:sp>
      <p:sp>
        <p:nvSpPr>
          <p:cNvPr id="36" name="Объект 4"/>
          <p:cNvSpPr>
            <a:spLocks noGrp="1"/>
          </p:cNvSpPr>
          <p:nvPr>
            <p:ph sz="quarter" idx="17" hasCustomPrompt="1"/>
          </p:nvPr>
        </p:nvSpPr>
        <p:spPr>
          <a:xfrm>
            <a:off x="498475" y="7069684"/>
            <a:ext cx="3019425" cy="27305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marR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1" u="none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marL="0" marR="0" lvl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19.09.2026 й </a:t>
            </a:r>
            <a:r>
              <a:rPr lang="ru-RU" b="1" i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Соат</a:t>
            </a: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10:48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rkama or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2533247" y="476043"/>
            <a:ext cx="489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b="1" dirty="0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ТИРКАМАЛАРНИ ЎЛЧАШ ЖАРАЁНИ </a:t>
            </a:r>
            <a:endParaRPr lang="ru-RU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6916759" y="1154295"/>
            <a:ext cx="244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орқа томондан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6916759" y="7023072"/>
            <a:ext cx="244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орқа томондан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Рисунок 18"/>
          <p:cNvSpPr>
            <a:spLocks noGrp="1"/>
          </p:cNvSpPr>
          <p:nvPr>
            <p:ph type="pic" sz="quarter" idx="10"/>
          </p:nvPr>
        </p:nvSpPr>
        <p:spPr>
          <a:xfrm>
            <a:off x="498706" y="1726190"/>
            <a:ext cx="8639175" cy="482123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0" name="Рисунок 18"/>
          <p:cNvSpPr>
            <a:spLocks noGrp="1"/>
          </p:cNvSpPr>
          <p:nvPr>
            <p:ph type="pic" sz="quarter" idx="11"/>
          </p:nvPr>
        </p:nvSpPr>
        <p:spPr>
          <a:xfrm>
            <a:off x="498706" y="7594968"/>
            <a:ext cx="8639175" cy="482123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7" name="TextBox 26"/>
          <p:cNvSpPr txBox="1"/>
          <p:nvPr userDrawn="1"/>
        </p:nvSpPr>
        <p:spPr>
          <a:xfrm>
            <a:off x="4652944" y="6859991"/>
            <a:ext cx="96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baseline="0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ўлчов</a:t>
            </a:r>
            <a:endParaRPr lang="ru-RU" b="1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4652944" y="898531"/>
            <a:ext cx="96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baseline="0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ўлчов</a:t>
            </a:r>
            <a:endParaRPr lang="ru-RU" b="1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Объект 2"/>
          <p:cNvSpPr>
            <a:spLocks noGrp="1"/>
          </p:cNvSpPr>
          <p:nvPr>
            <p:ph sz="quarter" idx="14" hasCustomPrompt="1"/>
          </p:nvPr>
        </p:nvSpPr>
        <p:spPr>
          <a:xfrm>
            <a:off x="3350259" y="6900172"/>
            <a:ext cx="1557787" cy="31183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indent="0" algn="r">
              <a:buNone/>
              <a:defRPr sz="1800" b="1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ru-RU" dirty="0" err="1" smtClean="0"/>
              <a:t>Иккинчи</a:t>
            </a:r>
            <a:endParaRPr lang="en-US" dirty="0" smtClean="0"/>
          </a:p>
        </p:txBody>
      </p:sp>
      <p:sp>
        <p:nvSpPr>
          <p:cNvPr id="34" name="Объект 2"/>
          <p:cNvSpPr>
            <a:spLocks noGrp="1"/>
          </p:cNvSpPr>
          <p:nvPr>
            <p:ph sz="quarter" idx="15" hasCustomPrompt="1"/>
          </p:nvPr>
        </p:nvSpPr>
        <p:spPr>
          <a:xfrm>
            <a:off x="3350259" y="938712"/>
            <a:ext cx="1557787" cy="31183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indent="0" algn="r">
              <a:buNone/>
              <a:defRPr sz="1800" b="1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ru-RU" dirty="0" err="1" smtClean="0"/>
              <a:t>Биринчи</a:t>
            </a:r>
            <a:endParaRPr lang="en-US" dirty="0" smtClean="0"/>
          </a:p>
        </p:txBody>
      </p:sp>
      <p:sp>
        <p:nvSpPr>
          <p:cNvPr id="35" name="Объект 4"/>
          <p:cNvSpPr>
            <a:spLocks noGrp="1"/>
          </p:cNvSpPr>
          <p:nvPr>
            <p:ph sz="quarter" idx="16" hasCustomPrompt="1"/>
          </p:nvPr>
        </p:nvSpPr>
        <p:spPr>
          <a:xfrm>
            <a:off x="498475" y="1250950"/>
            <a:ext cx="3019425" cy="27305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marR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1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marL="0" marR="0" lvl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19.09.2026 й </a:t>
            </a:r>
            <a:r>
              <a:rPr lang="ru-RU" b="1" i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Соат</a:t>
            </a: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10:48</a:t>
            </a:r>
          </a:p>
        </p:txBody>
      </p:sp>
      <p:sp>
        <p:nvSpPr>
          <p:cNvPr id="36" name="Объект 4"/>
          <p:cNvSpPr>
            <a:spLocks noGrp="1"/>
          </p:cNvSpPr>
          <p:nvPr>
            <p:ph sz="quarter" idx="17" hasCustomPrompt="1"/>
          </p:nvPr>
        </p:nvSpPr>
        <p:spPr>
          <a:xfrm>
            <a:off x="498475" y="7069684"/>
            <a:ext cx="3019425" cy="27305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marR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1" u="none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marL="0" marR="0" lvl="0" indent="0" algn="l" defTabSz="960120" rtl="0" eaLnBrk="1" fontAlgn="auto" latinLnBrk="0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19.09.2026 й </a:t>
            </a:r>
            <a:r>
              <a:rPr lang="ru-RU" b="1" i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Соат</a:t>
            </a:r>
            <a:r>
              <a:rPr lang="ru-RU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10:48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20699" y="995703"/>
            <a:ext cx="8788402" cy="5071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49580" algn="ctr">
              <a:lnSpc>
                <a:spcPct val="107000"/>
              </a:lnSpc>
              <a:spcAft>
                <a:spcPts val="800"/>
              </a:spcAft>
            </a:pP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Фарғона</a:t>
            </a:r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вилояти Олтиариқ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туманида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</a:t>
            </a:r>
            <a:r>
              <a:rPr lang="ru-RU" alt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йил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пахта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йиғим-терими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тарози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ўлчови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тўғрисида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таҳлилий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МАЪЛУМОТ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294005" algn="just">
              <a:lnSpc>
                <a:spcPct val="150000"/>
              </a:lnSpc>
              <a:spcAft>
                <a:spcPts val="800"/>
              </a:spcAft>
              <a:tabLst>
                <a:tab pos="5850890" algn="l"/>
              </a:tabLst>
            </a:pP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Олтиариқ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туманидаги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de-DE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Hamza EKPO </a:t>
            </a:r>
            <a:r>
              <a:rPr lang="de-DE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</a:t>
            </a:r>
            <a:r>
              <a:rPr lang="de-DE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tekstil</a:t>
            </a:r>
            <a:r>
              <a:rPr lang="de-DE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Korxona</a:t>
            </a: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пахта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қабул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қилиш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маскан</a:t>
            </a:r>
            <a:r>
              <a:rPr lang="uz-Cyrl-U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лари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</a:t>
            </a:r>
            <a:r>
              <a:rPr lang="uz-Cyrl-U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uz-Latn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MIRZARASUL BOG`I</a:t>
            </a: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ФХ</a:t>
            </a:r>
            <a:r>
              <a:rPr lang="uz-Latn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томонидан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12</a:t>
            </a:r>
            <a:r>
              <a:rPr lang="uz-Cyrl-U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октябрь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куни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соат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02:12</a:t>
            </a: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дан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соат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12:43 </a:t>
            </a: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га қадар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ҳосил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</a:t>
            </a:r>
            <a:r>
              <a:rPr lang="ru-RU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</a:t>
            </a:r>
            <a:r>
              <a:rPr lang="en-US" sz="20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ули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</a:t>
            </a:r>
            <a:r>
              <a:rPr lang="ru-RU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en-US" sz="20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атформаси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вақти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билан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z-Cyrl-U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та трактор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z-Cyrl-U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тиркамада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теле</a:t>
            </a:r>
            <a:r>
              <a:rPr lang="ru-RU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</a:t>
            </a:r>
            <a:r>
              <a:rPr lang="en-US" sz="20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b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маротаба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uz-Latn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52</a:t>
            </a: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uz-Latn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uz-Cyrl-UZ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тонна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пахта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хом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ашёси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тарозида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ўлчанганлиги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карусел</a:t>
            </a:r>
            <a:r>
              <a:rPr lang="ru-RU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ь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ҳолати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аниқланди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uz-Cyrl-UZ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294005" algn="just">
              <a:lnSpc>
                <a:spcPct val="150000"/>
              </a:lnSpc>
              <a:spcAft>
                <a:spcPts val="800"/>
              </a:spcAft>
              <a:tabLst>
                <a:tab pos="5850890" algn="l"/>
              </a:tabLst>
            </a:pPr>
            <a:r>
              <a:rPr lang="uz-Cyrl-UZ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Фото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фактлардаги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тиркамаларнинг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жойлашув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ҳолати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ўлчов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вақтларига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эътибор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қаратинг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b="1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Рисунок 104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3" name="Объект 104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4" name="Объект 1043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5" name="Рисунок 1044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27917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Рисунок 30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024" name="Объект 102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25" name="Объект 102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27" name="Объект 1026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28" name="Объект 1027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37" name="Рисунок 1036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9430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Рисунок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Объект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66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Рисунок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Объект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69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_textil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.Oltiariq туманидаги “Hamza EKPO art tekstil Korxona” пахта қабул қилиш масканларида “MIRZARASUL BOG`I” ФХ" id="{69AB763F-EB74-47F4-BAE0-BB70393C920C}" vid="{707E7A1D-7803-4F8D-9EC7-75903B58201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14</Words>
  <Application>Microsoft Office PowerPoint</Application>
  <PresentationFormat>A3 (297x420 мм)</PresentationFormat>
  <Paragraphs>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Times New Roman</vt:lpstr>
      <vt:lpstr>GLobal_textile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 Tolibov</dc:creator>
  <cp:lastModifiedBy>Operator</cp:lastModifiedBy>
  <cp:revision>308</cp:revision>
  <dcterms:created xsi:type="dcterms:W3CDTF">2019-01-03T07:29:00Z</dcterms:created>
  <dcterms:modified xsi:type="dcterms:W3CDTF">2026-10-14T11:54:47Z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1658073FEA01403594BCD4D93AEBBB07_13</vt:lpwstr>
  </property>
</Properties>
</file>